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5E040-0D5E-40CF-BCB9-1F871F145655}" v="5" dt="2025-04-10T22:22:59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bhav Sharma" userId="9d55c35d-53c1-4585-b4f8-9b9e893c608a" providerId="ADAL" clId="{0FC5E040-0D5E-40CF-BCB9-1F871F145655}"/>
    <pc:docChg chg="undo custSel modSld">
      <pc:chgData name="Sambhav Sharma" userId="9d55c35d-53c1-4585-b4f8-9b9e893c608a" providerId="ADAL" clId="{0FC5E040-0D5E-40CF-BCB9-1F871F145655}" dt="2025-04-10T22:23:13.049" v="27" actId="478"/>
      <pc:docMkLst>
        <pc:docMk/>
      </pc:docMkLst>
      <pc:sldChg chg="modSp mod">
        <pc:chgData name="Sambhav Sharma" userId="9d55c35d-53c1-4585-b4f8-9b9e893c608a" providerId="ADAL" clId="{0FC5E040-0D5E-40CF-BCB9-1F871F145655}" dt="2025-04-10T22:07:21.567" v="6" actId="1076"/>
        <pc:sldMkLst>
          <pc:docMk/>
          <pc:sldMk cId="3847477108" sldId="256"/>
        </pc:sldMkLst>
        <pc:spChg chg="mod">
          <ac:chgData name="Sambhav Sharma" userId="9d55c35d-53c1-4585-b4f8-9b9e893c608a" providerId="ADAL" clId="{0FC5E040-0D5E-40CF-BCB9-1F871F145655}" dt="2025-04-10T22:03:46.102" v="2" actId="1076"/>
          <ac:spMkLst>
            <pc:docMk/>
            <pc:sldMk cId="3847477108" sldId="256"/>
            <ac:spMk id="2" creationId="{4722F207-8CA6-0A1E-DCB3-ED099EB164E0}"/>
          </ac:spMkLst>
        </pc:spChg>
        <pc:spChg chg="mod">
          <ac:chgData name="Sambhav Sharma" userId="9d55c35d-53c1-4585-b4f8-9b9e893c608a" providerId="ADAL" clId="{0FC5E040-0D5E-40CF-BCB9-1F871F145655}" dt="2025-04-10T22:07:21.567" v="6" actId="1076"/>
          <ac:spMkLst>
            <pc:docMk/>
            <pc:sldMk cId="3847477108" sldId="256"/>
            <ac:spMk id="3" creationId="{DDA3EFEB-BE23-BBDE-06AD-D233DB5BBFA7}"/>
          </ac:spMkLst>
        </pc:spChg>
      </pc:sldChg>
      <pc:sldChg chg="addSp modSp mod">
        <pc:chgData name="Sambhav Sharma" userId="9d55c35d-53c1-4585-b4f8-9b9e893c608a" providerId="ADAL" clId="{0FC5E040-0D5E-40CF-BCB9-1F871F145655}" dt="2025-04-10T22:22:44.493" v="16" actId="1037"/>
        <pc:sldMkLst>
          <pc:docMk/>
          <pc:sldMk cId="1069323673" sldId="259"/>
        </pc:sldMkLst>
        <pc:spChg chg="add mod">
          <ac:chgData name="Sambhav Sharma" userId="9d55c35d-53c1-4585-b4f8-9b9e893c608a" providerId="ADAL" clId="{0FC5E040-0D5E-40CF-BCB9-1F871F145655}" dt="2025-04-10T22:22:44.493" v="16" actId="1037"/>
          <ac:spMkLst>
            <pc:docMk/>
            <pc:sldMk cId="1069323673" sldId="259"/>
            <ac:spMk id="121" creationId="{BB28AA5E-BDD7-99CE-A22D-3AC2952E76B7}"/>
          </ac:spMkLst>
        </pc:spChg>
        <pc:picChg chg="mod">
          <ac:chgData name="Sambhav Sharma" userId="9d55c35d-53c1-4585-b4f8-9b9e893c608a" providerId="ADAL" clId="{0FC5E040-0D5E-40CF-BCB9-1F871F145655}" dt="2025-04-10T22:22:34.911" v="8" actId="1076"/>
          <ac:picMkLst>
            <pc:docMk/>
            <pc:sldMk cId="1069323673" sldId="259"/>
            <ac:picMk id="120" creationId="{2574C1BE-8784-75F3-05F4-705DB90A3207}"/>
          </ac:picMkLst>
        </pc:picChg>
      </pc:sldChg>
      <pc:sldChg chg="addSp modSp mod">
        <pc:chgData name="Sambhav Sharma" userId="9d55c35d-53c1-4585-b4f8-9b9e893c608a" providerId="ADAL" clId="{0FC5E040-0D5E-40CF-BCB9-1F871F145655}" dt="2025-04-10T22:22:55.449" v="22" actId="1037"/>
        <pc:sldMkLst>
          <pc:docMk/>
          <pc:sldMk cId="3186649189" sldId="260"/>
        </pc:sldMkLst>
        <pc:spChg chg="add mod">
          <ac:chgData name="Sambhav Sharma" userId="9d55c35d-53c1-4585-b4f8-9b9e893c608a" providerId="ADAL" clId="{0FC5E040-0D5E-40CF-BCB9-1F871F145655}" dt="2025-04-10T22:22:55.449" v="22" actId="1037"/>
          <ac:spMkLst>
            <pc:docMk/>
            <pc:sldMk cId="3186649189" sldId="260"/>
            <ac:spMk id="7" creationId="{0161B9C7-3A71-4DDC-C56C-91135EB33E46}"/>
          </ac:spMkLst>
        </pc:spChg>
        <pc:picChg chg="mod">
          <ac:chgData name="Sambhav Sharma" userId="9d55c35d-53c1-4585-b4f8-9b9e893c608a" providerId="ADAL" clId="{0FC5E040-0D5E-40CF-BCB9-1F871F145655}" dt="2025-04-10T22:04:44.649" v="3" actId="1440"/>
          <ac:picMkLst>
            <pc:docMk/>
            <pc:sldMk cId="3186649189" sldId="260"/>
            <ac:picMk id="6" creationId="{EB47B97D-B867-F95B-8EBC-A548061C522A}"/>
          </ac:picMkLst>
        </pc:picChg>
      </pc:sldChg>
      <pc:sldChg chg="addSp delSp modSp mod">
        <pc:chgData name="Sambhav Sharma" userId="9d55c35d-53c1-4585-b4f8-9b9e893c608a" providerId="ADAL" clId="{0FC5E040-0D5E-40CF-BCB9-1F871F145655}" dt="2025-04-10T22:23:13.049" v="27" actId="478"/>
        <pc:sldMkLst>
          <pc:docMk/>
          <pc:sldMk cId="1590514780" sldId="261"/>
        </pc:sldMkLst>
        <pc:spChg chg="add del mod">
          <ac:chgData name="Sambhav Sharma" userId="9d55c35d-53c1-4585-b4f8-9b9e893c608a" providerId="ADAL" clId="{0FC5E040-0D5E-40CF-BCB9-1F871F145655}" dt="2025-04-10T22:23:13.049" v="27" actId="478"/>
          <ac:spMkLst>
            <pc:docMk/>
            <pc:sldMk cId="1590514780" sldId="261"/>
            <ac:spMk id="6" creationId="{EA9DDF8B-53AE-CDC5-AF99-DE9B8FAFF638}"/>
          </ac:spMkLst>
        </pc:spChg>
        <pc:picChg chg="mod">
          <ac:chgData name="Sambhav Sharma" userId="9d55c35d-53c1-4585-b4f8-9b9e893c608a" providerId="ADAL" clId="{0FC5E040-0D5E-40CF-BCB9-1F871F145655}" dt="2025-04-10T22:04:50.535" v="4" actId="1440"/>
          <ac:picMkLst>
            <pc:docMk/>
            <pc:sldMk cId="1590514780" sldId="261"/>
            <ac:picMk id="5" creationId="{E38CADA4-E40A-81AE-632A-F7B4CBFF0D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15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7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08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8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25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45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57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00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60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9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117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769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317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310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1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86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79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4932C-592B-4E23-ACCA-A832F6176F7E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B3ABF-6E3A-4084-BC40-2FA1B7D07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667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55" name="Rectangle 154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6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3" name="Picture 82" descr="A green grid with blue dots and lines&#10;&#10;AI-generated content may be incorrect.">
            <a:extLst>
              <a:ext uri="{FF2B5EF4-FFF2-40B4-BE49-F238E27FC236}">
                <a16:creationId xmlns:a16="http://schemas.microsoft.com/office/drawing/2014/main" id="{0B2C4FC2-42F3-00E5-8323-506FAB0E68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9243" b="13047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9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1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2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3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5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6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9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0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1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2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3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5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6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7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8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9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0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22F207-8CA6-0A1E-DCB3-ED099EB1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326" y="2092588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3EFEB-BE23-BBDE-06AD-D233DB5BB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361" y="3360473"/>
            <a:ext cx="6857999" cy="953029"/>
          </a:xfrm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18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Sambhav SHARMA</a:t>
            </a:r>
          </a:p>
          <a:p>
            <a:pPr algn="ctr">
              <a:lnSpc>
                <a:spcPct val="110000"/>
              </a:lnSpc>
            </a:pPr>
            <a:r>
              <a:rPr lang="en-GB" sz="18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20017811</a:t>
            </a:r>
          </a:p>
          <a:p>
            <a:pPr algn="ctr">
              <a:lnSpc>
                <a:spcPct val="110000"/>
              </a:lnSpc>
            </a:pPr>
            <a:r>
              <a:rPr lang="en-GB" sz="18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DataBase Design and Development CA-2</a:t>
            </a:r>
          </a:p>
        </p:txBody>
      </p:sp>
    </p:spTree>
    <p:extLst>
      <p:ext uri="{BB962C8B-B14F-4D97-AF65-F5344CB8AC3E}">
        <p14:creationId xmlns:p14="http://schemas.microsoft.com/office/powerpoint/2010/main" val="384747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1" name="Rectangle 20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C402A3-C816-ABD2-9BE4-CFC04C01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GB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Create the relevant tables with appropriate relationships in MS SQL Server using the CREATE TABLE statement!!</a:t>
            </a:r>
          </a:p>
        </p:txBody>
      </p:sp>
      <p:pic>
        <p:nvPicPr>
          <p:cNvPr id="16" name="Picture 15" descr="Woman peeking out a window">
            <a:extLst>
              <a:ext uri="{FF2B5EF4-FFF2-40B4-BE49-F238E27FC236}">
                <a16:creationId xmlns:a16="http://schemas.microsoft.com/office/drawing/2014/main" id="{22D3F393-8F35-5CD1-2331-CAB88B29F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82" r="14098" b="-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83" name="Content Placeholder 82">
            <a:extLst>
              <a:ext uri="{FF2B5EF4-FFF2-40B4-BE49-F238E27FC236}">
                <a16:creationId xmlns:a16="http://schemas.microsoft.com/office/drawing/2014/main" id="{DC5BF8E2-7DCF-DDF8-4E82-8B7107A13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50496" y="2282333"/>
            <a:ext cx="5336566" cy="37633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4" name="Arrow: Right 83">
            <a:extLst>
              <a:ext uri="{FF2B5EF4-FFF2-40B4-BE49-F238E27FC236}">
                <a16:creationId xmlns:a16="http://schemas.microsoft.com/office/drawing/2014/main" id="{F8324135-72A9-8025-A40B-9E5D514AC230}"/>
              </a:ext>
            </a:extLst>
          </p:cNvPr>
          <p:cNvSpPr/>
          <p:nvPr/>
        </p:nvSpPr>
        <p:spPr>
          <a:xfrm rot="8697901">
            <a:off x="6784327" y="2221111"/>
            <a:ext cx="740229" cy="25037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56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6E98-EAE0-57C8-7C29-E2946873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GB" sz="2500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Utilise the CASCADE on DELETE command to facilitate the Delete Proc outlined below!!</a:t>
            </a:r>
            <a:br>
              <a:rPr lang="en-GB" sz="2500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500" dirty="0"/>
          </a:p>
        </p:txBody>
      </p:sp>
      <p:pic>
        <p:nvPicPr>
          <p:cNvPr id="7" name="Graphic 6" descr="Garbage">
            <a:extLst>
              <a:ext uri="{FF2B5EF4-FFF2-40B4-BE49-F238E27FC236}">
                <a16:creationId xmlns:a16="http://schemas.microsoft.com/office/drawing/2014/main" id="{930F1E8B-82B2-1F99-AC70-D3CCEB760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1203" y="2249487"/>
            <a:ext cx="3549650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57BEC0-D71C-204A-A595-655F106E7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938814" y="2249486"/>
            <a:ext cx="5327900" cy="35496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4B00FCE-B766-BE16-DFAA-87AD3E9FD4ED}"/>
              </a:ext>
            </a:extLst>
          </p:cNvPr>
          <p:cNvSpPr/>
          <p:nvPr/>
        </p:nvSpPr>
        <p:spPr>
          <a:xfrm rot="8697901">
            <a:off x="11008669" y="5151031"/>
            <a:ext cx="740229" cy="25037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95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" name="Rectangle 5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F1B288-EF69-B7FC-1C08-D887FF74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GB" sz="31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Populate the tables with a minimum of 5 records using INSERT INTO SQL Statements!!</a:t>
            </a:r>
          </a:p>
        </p:txBody>
      </p:sp>
      <p:pic>
        <p:nvPicPr>
          <p:cNvPr id="7" name="Picture 6" descr="Empty office area">
            <a:extLst>
              <a:ext uri="{FF2B5EF4-FFF2-40B4-BE49-F238E27FC236}">
                <a16:creationId xmlns:a16="http://schemas.microsoft.com/office/drawing/2014/main" id="{D5CDD65C-40E7-01B9-DC40-E3AA3A4116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52" r="18429" b="-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20" name="Content Placeholder 119">
            <a:extLst>
              <a:ext uri="{FF2B5EF4-FFF2-40B4-BE49-F238E27FC236}">
                <a16:creationId xmlns:a16="http://schemas.microsoft.com/office/drawing/2014/main" id="{2574C1BE-8784-75F3-05F4-705DB90A3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161543" y="2271713"/>
            <a:ext cx="5666738" cy="35417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BB28AA5E-BDD7-99CE-A22D-3AC2952E76B7}"/>
              </a:ext>
            </a:extLst>
          </p:cNvPr>
          <p:cNvSpPr/>
          <p:nvPr/>
        </p:nvSpPr>
        <p:spPr>
          <a:xfrm rot="8697901">
            <a:off x="6544839" y="2615606"/>
            <a:ext cx="740229" cy="25037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32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0" name="Rectangle 6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3A9F4F-D19F-CACC-F8CE-36DE6BDC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GB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Create the following Parametric stored procedures!!</a:t>
            </a:r>
          </a:p>
        </p:txBody>
      </p:sp>
      <p:pic>
        <p:nvPicPr>
          <p:cNvPr id="71" name="Picture 70" descr="Hand with red strings">
            <a:extLst>
              <a:ext uri="{FF2B5EF4-FFF2-40B4-BE49-F238E27FC236}">
                <a16:creationId xmlns:a16="http://schemas.microsoft.com/office/drawing/2014/main" id="{C3149E1C-7122-DBF2-A453-F3499B7B03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33" r="25447" b="-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5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47B97D-B867-F95B-8EBC-A548061C5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067511" y="2285668"/>
            <a:ext cx="5995776" cy="37566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161B9C7-3A71-4DDC-C56C-91135EB33E46}"/>
              </a:ext>
            </a:extLst>
          </p:cNvPr>
          <p:cNvSpPr/>
          <p:nvPr/>
        </p:nvSpPr>
        <p:spPr>
          <a:xfrm rot="8697901">
            <a:off x="6468640" y="2256715"/>
            <a:ext cx="740229" cy="25037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6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562F-0D62-AFE2-F49F-EC60C7BF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Create 1 View that would be beneficial for the business. This View should consist of!!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8CADA4-E40A-81AE-632A-F7B4CBFF0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1101" y="2097088"/>
            <a:ext cx="9006621" cy="37614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90514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252</TotalTime>
  <Words>81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Tw Cen MT</vt:lpstr>
      <vt:lpstr>Circuit</vt:lpstr>
      <vt:lpstr>Database Systems</vt:lpstr>
      <vt:lpstr>Create the relevant tables with appropriate relationships in MS SQL Server using the CREATE TABLE statement!!</vt:lpstr>
      <vt:lpstr>Utilise the CASCADE on DELETE command to facilitate the Delete Proc outlined below!! </vt:lpstr>
      <vt:lpstr>Populate the tables with a minimum of 5 records using INSERT INTO SQL Statements!!</vt:lpstr>
      <vt:lpstr>Create the following Parametric stored procedures!!</vt:lpstr>
      <vt:lpstr>Create 1 View that would be beneficial for the business. This View should consist of!!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Sharma</dc:creator>
  <cp:lastModifiedBy>Sambhav Sharma</cp:lastModifiedBy>
  <cp:revision>1</cp:revision>
  <dcterms:created xsi:type="dcterms:W3CDTF">2025-04-10T18:10:37Z</dcterms:created>
  <dcterms:modified xsi:type="dcterms:W3CDTF">2025-04-10T22:23:17Z</dcterms:modified>
</cp:coreProperties>
</file>